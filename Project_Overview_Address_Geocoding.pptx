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Address Geocoding &amp; Verification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Company Data Standardization</a:t>
            </a:r>
          </a:p>
          <a:p>
            <a:r>
              <a:t>Project Overview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Inconsistent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company address data often leads to several challenges:</a:t>
            </a:r>
          </a:p>
          <a:p>
            <a:pPr lvl="1"/>
            <a:r>
              <a:t>• Manual entry results in inconsistent formats and typos.</a:t>
            </a:r>
          </a:p>
          <a:p>
            <a:pPr lvl="1"/>
            <a:r>
              <a:t>• Geocoding APIs (like Google Maps) are expensive if called repeatedly.</a:t>
            </a:r>
          </a:p>
          <a:p>
            <a:pPr lvl="1"/>
            <a:r>
              <a:t>• Verifying the accuracy of geocoded results against reality is time-consuming.</a:t>
            </a:r>
          </a:p>
          <a:p>
            <a:pPr lvl="1"/>
            <a:r>
              <a:t>• No central registry for teams to share already-found addresses.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multi-tier geocoding system designed for cost-efficiency and accuracy:</a:t>
            </a:r>
          </a:p>
          <a:p>
            <a:pPr lvl="1"/>
            <a:r>
              <a:t>• Multi-Tier Caching: Checking Session, SQLite Local, and Global Google Sheets.</a:t>
            </a:r>
          </a:p>
          <a:p>
            <a:pPr lvl="1"/>
            <a:r>
              <a:t>• Smart Normalization: Standardizing company names before searching.</a:t>
            </a:r>
          </a:p>
          <a:p>
            <a:pPr lvl="1"/>
            <a:r>
              <a:t>• Global Sheets Registry: A shared database for team-wide address reuse.</a:t>
            </a:r>
          </a:p>
          <a:p>
            <a:pPr lvl="1"/>
            <a:r>
              <a:t>• Streamlit Interface: Professional web UI for easy interaction.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Fully Agentic Mode (Powered by Gemini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system's most advanced feature for automated verification:</a:t>
            </a:r>
          </a:p>
          <a:p>
            <a:pPr lvl="1"/>
            <a:r>
              <a:t>• AI Verification: LLM searches the web to find the company's official website.</a:t>
            </a:r>
          </a:p>
          <a:p>
            <a:pPr lvl="1"/>
            <a:r>
              <a:t>• Cross-Check: Compares the Google Maps result against the company's 'Contact Us' page.</a:t>
            </a:r>
          </a:p>
          <a:p>
            <a:pPr lvl="1"/>
            <a:r>
              <a:t>• Confidence Scoring: Assigns an AI confidence score and provides insights.</a:t>
            </a:r>
          </a:p>
          <a:p>
            <a:pPr lvl="1"/>
            <a:r>
              <a:t>• Source Transparency: Provides the direct URL used for AI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Individual Lookup: Precise geocoding with map visualization.</a:t>
            </a:r>
          </a:p>
          <a:p>
            <a:r>
              <a:t>2. Batch Processing: Upload CSV files to process thousands of records.</a:t>
            </a:r>
          </a:p>
          <a:p>
            <a:r>
              <a:t>3. Standardized Output: Aligning to custom 'STREET ADDRESS1', 'CITY' labels.</a:t>
            </a:r>
          </a:p>
          <a:p>
            <a:r>
              <a:t>4. Review Queue: Dedicated interface for manual QA of low-confidence results.</a:t>
            </a:r>
          </a:p>
          <a:p>
            <a:r>
              <a:t>5. Global Analytics: View storage stats and source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App Works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User Input → Company Normalization →</a:t>
            </a:r>
          </a:p>
          <a:p>
            <a:r>
              <a:t>→ Check Local Cache → Check Google Sheets Storage →</a:t>
            </a:r>
          </a:p>
          <a:p>
            <a:r>
              <a:t>→ Call Google Maps Geocoding API (only if required) →</a:t>
            </a:r>
          </a:p>
          <a:p>
            <a:r>
              <a:t>→ Optional: Agentic AI Verification (Gemini Web Search) →</a:t>
            </a:r>
          </a:p>
          <a:p>
            <a:r>
              <a:t>→ Save Result Everywhere &amp; Display to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 Steps &amp; Future Scaling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system is now production-ready and fully scalable to over 500,000 records per 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