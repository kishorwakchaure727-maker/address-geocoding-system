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Address Geocoding &amp; Normalization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Project Overview &amp; Operation Guide</a:t>
            </a:r>
          </a:p>
          <a:p>
            <a:r>
              <a:t>Prepared for: Kishor Wakchaure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robust company address geocoding registry that:</a:t>
            </a:r>
          </a:p>
          <a:p>
            <a:r>
              <a:t>• Standardizes company names and addresses.</a:t>
            </a:r>
          </a:p>
          <a:p>
            <a:r>
              <a:t>• Minimizes API costs through intelligent caching.</a:t>
            </a:r>
          </a:p>
          <a:p>
            <a:r>
              <a:t>• Provides a collaborative workflow using Google Sheets.</a:t>
            </a:r>
          </a:p>
          <a:p>
            <a:r>
              <a:t>• Enables analysts via CLI and Web interfaces.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consists of 4 main modules:</a:t>
            </a:r>
          </a:p>
          <a:p>
            <a:r>
              <a:t>• Normalization Engine: Cleans and standardizes names.</a:t>
            </a:r>
          </a:p>
          <a:p>
            <a:r>
              <a:t>• Geocoding Service: Integration with Google Maps API.</a:t>
            </a:r>
          </a:p>
          <a:p>
            <a:r>
              <a:t>• Multi-Tier Storage: Google Sheets + SQLite + Memory Cache.</a:t>
            </a:r>
          </a:p>
          <a:p>
            <a:r>
              <a:t>• Quality Assurance: Automated confidence scoring and review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consistency across lookups:</a:t>
            </a:r>
          </a:p>
          <a:p>
            <a:r>
              <a:t>• Unicode Normalization: Handles special characters.</a:t>
            </a:r>
          </a:p>
          <a:p>
            <a:r>
              <a:t>• Suffix Removal: Strips 'Ltd', 'LLC', 'Pvt Ltd' etc.</a:t>
            </a:r>
          </a:p>
          <a:p>
            <a:r>
              <a:t>• Golden Mappings: Expands acronyms (e.g., TCS → Tata Consultancy Services).</a:t>
            </a:r>
          </a:p>
          <a:p>
            <a:r>
              <a:t>• Case Standardization: Everything converted to uppercase.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sequence to minimize costs:</a:t>
            </a:r>
          </a:p>
          <a:p>
            <a:r>
              <a:t>1. Cache Check: Instant hit for recent queries (FREE).</a:t>
            </a:r>
          </a:p>
          <a:p>
            <a:r>
              <a:t>2. Registry Check: Check Google Sheets for existing records (FREE).</a:t>
            </a:r>
          </a:p>
          <a:p>
            <a:r>
              <a:t>3. Fuzzy Match: Search similar names in existing data (FREE).</a:t>
            </a:r>
          </a:p>
          <a:p>
            <a:r>
              <a:t>4. API Call: Only geocode if truly new (Costs API credit).</a:t>
            </a:r>
          </a:p>
          <a:p>
            <a:r>
              <a:t>5. Store &amp; Sync: Local cache and Registry updated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accessibility:</a:t>
            </a:r>
          </a:p>
          <a:p>
            <a:r>
              <a:t>• Web App (Streamlit): Visual, interactive maps, CSV batch upload.</a:t>
            </a:r>
          </a:p>
          <a:p>
            <a:r>
              <a:t>• CLI Tool: High-speed lookups, statistics, and review queue.</a:t>
            </a:r>
          </a:p>
          <a:p>
            <a:r>
              <a:t>• Google Sheets: Direct access to the address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Deployed on Streamlit Community Cloud:</a:t>
            </a:r>
          </a:p>
          <a:p>
            <a:r>
              <a:t>• Connected directly to GitHub Repository.</a:t>
            </a:r>
          </a:p>
          <a:p>
            <a:r>
              <a:t>• Live URL for team access.</a:t>
            </a:r>
          </a:p>
          <a:p>
            <a:r>
              <a:t>• Dynamic Configuration: Users enter API keys in the app UI.</a:t>
            </a:r>
          </a:p>
          <a:p>
            <a:r>
              <a:t>• Auto-deployment: Updates push automatically from GitHub.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Deliverables:</a:t>
            </a:r>
          </a:p>
          <a:p>
            <a:r>
              <a:t>✓ Full end-to-end Python backend.</a:t>
            </a:r>
          </a:p>
          <a:p>
            <a:r>
              <a:t>✓ Modern Streamlit web interface.</a:t>
            </a:r>
          </a:p>
          <a:p>
            <a:r>
              <a:t>✓ Google Sheets &amp; API integration.</a:t>
            </a:r>
          </a:p>
          <a:p>
            <a:r>
              <a:t>✓ Deployment on GitHub and Streamlit Cloud.</a:t>
            </a:r>
          </a:p>
          <a:p>
            <a:r>
              <a:t>✓ Comprehensive documentation and setup guides.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